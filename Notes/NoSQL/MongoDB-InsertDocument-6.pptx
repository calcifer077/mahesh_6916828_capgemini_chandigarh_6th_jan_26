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9DF50-A0FE-4A42-82D6-B0842B35E85C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4860F-E88D-4250-8814-FDE41E9D2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Difference between find() and find().pretty()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4860F-E88D-4250-8814-FDE41E9D2E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93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BA17-18E0-43BB-0E90-7465FFBA3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51BFE-CE95-0623-8154-EDC44E262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F33E-D529-67F9-CF29-96983ABC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BE8BA-D12C-5F3B-F3A9-19D99495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F9304-C6E9-A304-267C-C84795AC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6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25EE-E959-C3ED-9C30-6BCCDA69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3C667-5371-0C52-346B-4101AF61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EFEF3-C208-267B-2370-52D9701A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E0182-7444-2066-EBA9-E728C6F9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36DF5-3316-A359-96F2-A292C2CB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9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8F6C-3ADD-A98B-B1DC-AE84AB4F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F581D-2123-8345-E47E-D7E5F51E1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1101-72AC-63F0-E377-697E1350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ACF9B-23D5-E1AC-A815-974862EB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0189-01B4-FF6C-DDF3-D1A7694C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8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D112-5B69-3A58-89C4-1072D4F5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8532-B957-0309-0C81-660C929B8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8E3E7-70E1-0A11-3877-E7B4E1521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FA482-34A5-2B22-1FC0-F1740E36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401D2-FE5B-B5B9-0DD1-F45ADA28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780B7-676B-DA8D-FDE3-38CBD675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2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1804-5FED-D33D-3657-150F7CA3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8BB62-5EE1-21CF-2274-794710A7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F22BF-DE8C-0A89-0B58-2048D4BAE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53F16-A5B1-AC94-B999-9DF525D39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5102B-6C7C-B038-C1DD-87A217207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D9CB4-4764-4357-C75C-3506C194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8ED51-BA1D-FEBC-1D67-8F836588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58B26-5C29-77B4-8525-7E1D6164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7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AFC9-F493-121B-E56D-D38FA12D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105AC-D1EC-37CE-8C07-A000E923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3FD75-48A1-896C-F2BE-48A11897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878CC-B17A-E11D-FFED-47136729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84CE4-80EB-8C30-7E09-5838D128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48CCC7-701C-C74B-EF2E-66E2FAF4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D2632-AA4B-97A2-A12E-D33B58CF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8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7D18-9FF5-3A70-9121-FFF7962A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2BAF3-FA75-C457-E914-5D2273F0B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013F7-241D-846A-2B57-C10BB1065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C16AE-38CC-F5B4-5453-E12046A5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9F46C-CD1F-CB5F-9703-DB4B2419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F7E81-CCB6-6F93-E46F-FA2F8A0C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4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0A68-2B69-1BE7-D6D5-8205DA0D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260D3-01D0-1B83-C4E5-8A4C15669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54927-F692-9D7E-10FF-689C3459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7A9E0-92E0-D04C-D9AA-11B4BFE4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867C4-96A2-35A1-A63C-5D723E0A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FA585-DB00-69F8-EB2A-6E44A8FF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3E96-4724-64F0-05C8-4E7B4A0A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69072-F7AD-D6A5-CB6B-D39534C5C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6BAAA-6F40-5C70-D548-36E2032E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BBA50-3033-7F86-FC12-F158F4F3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F3C97-5EA6-0F5F-0CCC-B84B6F8F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84A36-0F9D-A9BD-0EB1-0406E1336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DA55F-95F0-991B-56D1-2950E8FE4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DC584-C182-FCB2-7623-5D12A9B7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852F0-2CC7-8300-32E0-D8AB80F0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A378-4FBD-14D2-CCD7-9B599BD8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1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47706-5D69-57DC-AD4F-96F2B133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6F7F0-7E00-E426-DF60-1B50AFC15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FCAF8-4C03-CD5B-985C-4837BED21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7B61A-65AA-465B-9077-D4898BAFAA2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49F20-41EA-37CE-1D8C-FB031DC10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89451-8B3B-D63A-DCEF-26F411437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4C040-7790-499B-9668-3649558AAD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28289487,&quot;Placement&quot;:&quot;Footer&quot;}">
            <a:extLst>
              <a:ext uri="{FF2B5EF4-FFF2-40B4-BE49-F238E27FC236}">
                <a16:creationId xmlns:a16="http://schemas.microsoft.com/office/drawing/2014/main" id="{8BF41007-5524-7714-A0CE-A20F9906C634}"/>
              </a:ext>
            </a:extLst>
          </p:cNvPr>
          <p:cNvSpPr txBox="1"/>
          <p:nvPr userDrawn="1"/>
        </p:nvSpPr>
        <p:spPr>
          <a:xfrm>
            <a:off x="0" y="6629836"/>
            <a:ext cx="1986005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</a:rPr>
              <a:t>Sensitivity: LNT Construction Internal Use</a:t>
            </a:r>
          </a:p>
        </p:txBody>
      </p:sp>
    </p:spTree>
    <p:extLst>
      <p:ext uri="{BB962C8B-B14F-4D97-AF65-F5344CB8AC3E}">
        <p14:creationId xmlns:p14="http://schemas.microsoft.com/office/powerpoint/2010/main" val="201330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6BC0-C83A-6E32-6422-0FBAEB087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773CA-9EDC-F2FD-A1BA-B2C5D0FC8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Insert Document</a:t>
            </a:r>
          </a:p>
        </p:txBody>
      </p:sp>
    </p:spTree>
    <p:extLst>
      <p:ext uri="{BB962C8B-B14F-4D97-AF65-F5344CB8AC3E}">
        <p14:creationId xmlns:p14="http://schemas.microsoft.com/office/powerpoint/2010/main" val="431003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25CCE4-EF6D-90CD-A8C8-F8C5995D0B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8" t="22903" r="5477" b="22949"/>
          <a:stretch/>
        </p:blipFill>
        <p:spPr bwMode="auto">
          <a:xfrm>
            <a:off x="756448" y="643466"/>
            <a:ext cx="10679104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6546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C350B9-067F-8B0A-8DEB-371082B6C6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5" t="22904" r="5321" b="22651"/>
          <a:stretch/>
        </p:blipFill>
        <p:spPr bwMode="auto">
          <a:xfrm>
            <a:off x="755655" y="643466"/>
            <a:ext cx="10680690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8926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EE1099-DD93-8B18-C760-DBD06C513E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60" t="22309" r="5339" b="22362"/>
          <a:stretch/>
        </p:blipFill>
        <p:spPr bwMode="auto">
          <a:xfrm>
            <a:off x="886889" y="643466"/>
            <a:ext cx="1041822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0823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">
            <a:extLst>
              <a:ext uri="{FF2B5EF4-FFF2-40B4-BE49-F238E27FC236}">
                <a16:creationId xmlns:a16="http://schemas.microsoft.com/office/drawing/2014/main" id="{A194551D-C001-1FA7-82D3-22518A2A6F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34" t="22904" r="6316" b="22056"/>
          <a:stretch/>
        </p:blipFill>
        <p:spPr bwMode="auto">
          <a:xfrm>
            <a:off x="873126" y="643466"/>
            <a:ext cx="10445748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4906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F0ACC5-40DA-3E5D-D008-71D91ADE7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3" t="22607" r="5331" b="22061"/>
          <a:stretch/>
        </p:blipFill>
        <p:spPr bwMode="auto">
          <a:xfrm>
            <a:off x="842874" y="643466"/>
            <a:ext cx="1050625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3831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">
            <a:extLst>
              <a:ext uri="{FF2B5EF4-FFF2-40B4-BE49-F238E27FC236}">
                <a16:creationId xmlns:a16="http://schemas.microsoft.com/office/drawing/2014/main" id="{77EA363C-C0BF-FA20-79D9-E40A85F75C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138" t="22904" r="5145" b="22056"/>
          <a:stretch/>
        </p:blipFill>
        <p:spPr bwMode="auto">
          <a:xfrm>
            <a:off x="813115" y="643466"/>
            <a:ext cx="10565770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72936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32A609-212A-38AF-E7AF-B3C8C5503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0" t="22904" r="5478" b="22056"/>
          <a:stretch/>
        </p:blipFill>
        <p:spPr bwMode="auto">
          <a:xfrm>
            <a:off x="827960" y="643466"/>
            <a:ext cx="10536081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0968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51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542509B9DB74F9A8BEB286C4BB851" ma:contentTypeVersion="14" ma:contentTypeDescription="Create a new document." ma:contentTypeScope="" ma:versionID="f9f899b0b6e38a4ce0b88a2374118b99">
  <xsd:schema xmlns:xsd="http://www.w3.org/2001/XMLSchema" xmlns:xs="http://www.w3.org/2001/XMLSchema" xmlns:p="http://schemas.microsoft.com/office/2006/metadata/properties" xmlns:ns2="b65a459b-77f6-49db-8e03-e73fcb236d04" xmlns:ns3="5c395b20-8b3b-4f7d-b2e5-6c92e20e5fcb" targetNamespace="http://schemas.microsoft.com/office/2006/metadata/properties" ma:root="true" ma:fieldsID="7c6e6565eb25057ea5de2e40c50c8a24" ns2:_="" ns3:_="">
    <xsd:import namespace="b65a459b-77f6-49db-8e03-e73fcb236d04"/>
    <xsd:import namespace="5c395b20-8b3b-4f7d-b2e5-6c92e20e5f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5a459b-77f6-49db-8e03-e73fcb236d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d7fa16a-1f0f-4a58-b2e6-0e1bbf6cfc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395b20-8b3b-4f7d-b2e5-6c92e20e5fc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babe4bb-7f4a-4a30-9790-7e715e59ae07}" ma:internalName="TaxCatchAll" ma:showField="CatchAllData" ma:web="5c395b20-8b3b-4f7d-b2e5-6c92e20e5f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5a459b-77f6-49db-8e03-e73fcb236d04">
      <Terms xmlns="http://schemas.microsoft.com/office/infopath/2007/PartnerControls"/>
    </lcf76f155ced4ddcb4097134ff3c332f>
    <TaxCatchAll xmlns="5c395b20-8b3b-4f7d-b2e5-6c92e20e5fcb" xsi:nil="true"/>
  </documentManagement>
</p:properties>
</file>

<file path=customXml/itemProps1.xml><?xml version="1.0" encoding="utf-8"?>
<ds:datastoreItem xmlns:ds="http://schemas.openxmlformats.org/officeDocument/2006/customXml" ds:itemID="{64651432-732D-4634-81EF-83B61BD78A76}"/>
</file>

<file path=customXml/itemProps2.xml><?xml version="1.0" encoding="utf-8"?>
<ds:datastoreItem xmlns:ds="http://schemas.openxmlformats.org/officeDocument/2006/customXml" ds:itemID="{8A7E3B6C-CD7D-4490-B329-0FA001C7595D}"/>
</file>

<file path=customXml/itemProps3.xml><?xml version="1.0" encoding="utf-8"?>
<ds:datastoreItem xmlns:ds="http://schemas.openxmlformats.org/officeDocument/2006/customXml" ds:itemID="{86A72E37-421F-4EB9-9D83-73E8AAF6239D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</Words>
  <Application>Microsoft Office PowerPoint</Application>
  <PresentationFormat>Widescreen</PresentationFormat>
  <Paragraphs>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MongoDB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Larsen and Toubro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creator>Krishna Kumari Reddy</dc:creator>
  <cp:lastModifiedBy>Krishna Kumari Reddy</cp:lastModifiedBy>
  <cp:revision>1</cp:revision>
  <dcterms:created xsi:type="dcterms:W3CDTF">2023-02-06T13:41:47Z</dcterms:created>
  <dcterms:modified xsi:type="dcterms:W3CDTF">2023-02-06T13:47:23Z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iteId">
    <vt:lpwstr>264b9899-fe1b-430b-9509-2154878d5774</vt:lpwstr>
  </property>
  <property fmtid="{D5CDD505-2E9C-101B-9397-08002B2CF9AE}" pid="4" name="MSIP_Label_ac52bb50-aef2-4dc8-bb7f-e0da22648362_Owner">
    <vt:lpwstr>krishna.reddy@lntecc.com</vt:lpwstr>
  </property>
  <property fmtid="{D5CDD505-2E9C-101B-9397-08002B2CF9AE}" pid="5" name="MSIP_Label_ac52bb50-aef2-4dc8-bb7f-e0da22648362_SetDate">
    <vt:lpwstr>2023-02-06T13:47:22.7569826Z</vt:lpwstr>
  </property>
  <property fmtid="{D5CDD505-2E9C-101B-9397-08002B2CF9AE}" pid="6" name="MSIP_Label_ac52bb50-aef2-4dc8-bb7f-e0da22648362_Name">
    <vt:lpwstr>LTC Internal Use</vt:lpwstr>
  </property>
  <property fmtid="{D5CDD505-2E9C-101B-9397-08002B2CF9AE}" pid="7" name="MSIP_Label_ac52bb50-aef2-4dc8-bb7f-e0da22648362_Application">
    <vt:lpwstr>Microsoft Azure Information Protection</vt:lpwstr>
  </property>
  <property fmtid="{D5CDD505-2E9C-101B-9397-08002B2CF9AE}" pid="8" name="MSIP_Label_ac52bb50-aef2-4dc8-bb7f-e0da22648362_ActionId">
    <vt:lpwstr>4007b07c-6c2c-47f6-b85a-a749e2b278e4</vt:lpwstr>
  </property>
  <property fmtid="{D5CDD505-2E9C-101B-9397-08002B2CF9AE}" pid="9" name="MSIP_Label_ac52bb50-aef2-4dc8-bb7f-e0da22648362_Extended_MSFT_Method">
    <vt:lpwstr>Automatic</vt:lpwstr>
  </property>
  <property fmtid="{D5CDD505-2E9C-101B-9397-08002B2CF9AE}" pid="10" name="Sensitivity">
    <vt:lpwstr>LTC Internal Use</vt:lpwstr>
  </property>
  <property fmtid="{D5CDD505-2E9C-101B-9397-08002B2CF9AE}" pid="11" name="ContentTypeId">
    <vt:lpwstr>0x010100F97542509B9DB74F9A8BEB286C4BB851</vt:lpwstr>
  </property>
</Properties>
</file>