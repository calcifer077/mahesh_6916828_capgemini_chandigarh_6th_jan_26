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DAB5C-173E-DE5A-967D-B06981D43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7B0BB-6FF7-F1A9-42BF-F1BB8A9D92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20A72-8FB3-9A1D-2833-8E2D71E2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FC1F-AAE7-49F8-91A8-832C27D0CFC1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D30B5-FF3A-FC26-3290-6A067D854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06B55-2B6D-F94F-CA54-617DE77DD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E9E6F-71E6-4038-9986-651D3EE87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52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A9D7F-5E53-A992-FE05-444E5F239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AA8D9-A684-312D-EB4B-5140051A6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0DFAE-9A43-C478-556B-A2A16A4E5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FC1F-AAE7-49F8-91A8-832C27D0CFC1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E2B79-5F02-6AEC-426A-DC650B332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AE48B-2E54-6B65-BE40-0C7066C51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E9E6F-71E6-4038-9986-651D3EE87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867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4DD98-1312-FB29-7370-557C1A5C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5506E-26C3-A393-F5E0-16AFC41AB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EC381-4277-BED3-68FB-19513E84A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FC1F-AAE7-49F8-91A8-832C27D0CFC1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A2E35-B300-261D-E566-1F55DDB95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87AED-2BE2-33D6-71D7-D70491CCB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E9E6F-71E6-4038-9986-651D3EE87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693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F0C1D-F5B4-6DC1-F804-A2F987BFB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ABEC3-90B7-5AE2-95EE-F197FCE23B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7F1BE-4EF2-29D0-4DE9-ABD6F8621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FD656-F146-8CED-3E2F-259D468D1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FC1F-AAE7-49F8-91A8-832C27D0CFC1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A0599-E165-DF7A-45B5-C3AEAAE2E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AB6CA-5801-E0A8-4FA4-0DCDB59D6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E9E6F-71E6-4038-9986-651D3EE87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80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F8C9E-5BC6-C769-5251-5ED369BD7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5278B-7E92-03AA-72B7-66E440D0E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8627EA-D1B4-A3CB-C716-F6B6634F5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77DE19-ACBE-BA96-7F39-03378DB0F4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799396-0CD3-CEF1-B182-E2795F83B3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C951B8-1B1E-4760-1160-FD4FA1523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FC1F-AAE7-49F8-91A8-832C27D0CFC1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10DC11-66D7-C6E2-C486-9353CB72A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008F65-6502-9E87-B7AF-D994FE01E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E9E6F-71E6-4038-9986-651D3EE87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029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98965-2FD1-A28D-3CA8-FCB8DF12E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A6C8E-5C17-3337-41DF-B3AF8534A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FC1F-AAE7-49F8-91A8-832C27D0CFC1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6AC63B-089D-508C-807D-2DDFD0C77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6A91B9-93BE-2D10-4DFC-018EDCB3D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E9E6F-71E6-4038-9986-651D3EE87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358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56BBE7-5325-8C34-7071-8D739A1EE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FC1F-AAE7-49F8-91A8-832C27D0CFC1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DB7175-EB66-0708-FD02-90BB134AA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3C2E3-886D-4EB3-0FD3-A28019E74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E9E6F-71E6-4038-9986-651D3EE87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1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D27AE-DA32-3501-4774-E96E92D6F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30763-ADEC-A6A9-C82B-D0ED50AAF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EC2A7-A2A8-53A5-5446-6B96C731D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90508-981E-500A-D93C-3DA68CBD9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FC1F-AAE7-49F8-91A8-832C27D0CFC1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A1390-1FB5-30B3-71C1-0D6D828B2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E2FA6-AEC0-ED96-9FA6-91D83340E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E9E6F-71E6-4038-9986-651D3EE87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615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7751A-7F98-12A9-C559-CE2E192B5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79B6F-187F-E33A-5484-5176DE939A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FEF038-2031-F530-5D87-31DC8A92F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69D5A-41E5-0C10-A4A3-8C6CDDB9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FC1F-AAE7-49F8-91A8-832C27D0CFC1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C92B7-3B5A-8BA2-0268-E7CAC2BE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18848-2979-7346-C907-FD6B72E97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E9E6F-71E6-4038-9986-651D3EE87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35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909D9-8080-16B5-820C-8B0E41261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F5106-8D2D-8C66-2F45-2FE2964E2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56236-71DB-B02C-9AEA-33702CCEF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FC1F-AAE7-49F8-91A8-832C27D0CFC1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5F970-0A05-BB18-1EB1-A0FCE2279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3E28E-9E36-9352-1895-3C2B1D803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E9E6F-71E6-4038-9986-651D3EE87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13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8D11AB-3842-71CE-942B-F85949C621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FE9194-16EA-1ABC-8B4A-9882C294A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428A5-B06C-5B82-F0C9-66229203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FC1F-AAE7-49F8-91A8-832C27D0CFC1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CDF14-1ECB-ABE0-1A1E-21B0591AA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73843-1613-F51B-80AC-06356A40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E9E6F-71E6-4038-9986-651D3EE87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16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33C45F-E1FE-AE95-1E1F-1B094B7FD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A8B9B4-4A70-3E8B-DD17-66C69A155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3A469-15C8-D17C-F1C9-2A3DC7CC78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5FC1F-AAE7-49F8-91A8-832C27D0CFC1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12B78-4C18-89C9-C6A8-94022EAAA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8E0CF-5294-637D-0B6B-16C9AAE471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E9E6F-71E6-4038-9986-651D3EE8766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128289487,&quot;Placement&quot;:&quot;Footer&quot;}">
            <a:extLst>
              <a:ext uri="{FF2B5EF4-FFF2-40B4-BE49-F238E27FC236}">
                <a16:creationId xmlns:a16="http://schemas.microsoft.com/office/drawing/2014/main" id="{0B3E32A5-B8C6-1F4F-018F-038EF40FFF55}"/>
              </a:ext>
            </a:extLst>
          </p:cNvPr>
          <p:cNvSpPr txBox="1"/>
          <p:nvPr userDrawn="1"/>
        </p:nvSpPr>
        <p:spPr>
          <a:xfrm>
            <a:off x="0" y="6629836"/>
            <a:ext cx="1986005" cy="22816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</a:rPr>
              <a:t>Sensitivity: LNT Construction Internal Use</a:t>
            </a:r>
          </a:p>
        </p:txBody>
      </p:sp>
    </p:spTree>
    <p:extLst>
      <p:ext uri="{BB962C8B-B14F-4D97-AF65-F5344CB8AC3E}">
        <p14:creationId xmlns:p14="http://schemas.microsoft.com/office/powerpoint/2010/main" val="1004306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3080C-730A-68CD-28A7-BC8CD7ECBD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MongoDB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DEB4A-E6D1-C491-4D3A-1C09AAF5AC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Drop Database</a:t>
            </a:r>
          </a:p>
        </p:txBody>
      </p:sp>
    </p:spTree>
    <p:extLst>
      <p:ext uri="{BB962C8B-B14F-4D97-AF65-F5344CB8AC3E}">
        <p14:creationId xmlns:p14="http://schemas.microsoft.com/office/powerpoint/2010/main" val="373066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DBD2A5-4A18-73CF-67BC-A5F7E144DB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143" t="33315" r="6299" b="11046"/>
          <a:stretch/>
        </p:blipFill>
        <p:spPr bwMode="auto">
          <a:xfrm>
            <a:off x="973144" y="643466"/>
            <a:ext cx="10245712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6375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41AC26-05D3-CF73-53AC-59BD50FD23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79" t="33315" r="5628" b="11046"/>
          <a:stretch/>
        </p:blipFill>
        <p:spPr bwMode="auto">
          <a:xfrm>
            <a:off x="898826" y="643466"/>
            <a:ext cx="10394348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46998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883910-3B15-F74E-5140-914F98F693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794" t="32721" r="6004" b="11057"/>
          <a:stretch/>
        </p:blipFill>
        <p:spPr bwMode="auto">
          <a:xfrm>
            <a:off x="969541" y="643466"/>
            <a:ext cx="10252918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27256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8914E6-6203-E00A-ACD5-4B18AB9F74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65" t="32721" r="5994" b="11354"/>
          <a:stretch/>
        </p:blipFill>
        <p:spPr bwMode="auto">
          <a:xfrm>
            <a:off x="956573" y="643466"/>
            <a:ext cx="10278855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3858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F6C4FD-E4B8-5D19-AFD9-3A4B986A73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806" t="32423" r="5642" b="11641"/>
          <a:stretch/>
        </p:blipFill>
        <p:spPr bwMode="auto">
          <a:xfrm>
            <a:off x="912347" y="643466"/>
            <a:ext cx="10367307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85329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E38D74-9610-D798-19E1-8BADD3E567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123" t="32726" r="5518" b="11932"/>
          <a:stretch/>
        </p:blipFill>
        <p:spPr bwMode="auto">
          <a:xfrm>
            <a:off x="873978" y="643466"/>
            <a:ext cx="10444044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3936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B80DF152-105B-D80E-68A3-B7CD901572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127" t="33613" r="5333" b="11055"/>
          <a:stretch/>
        </p:blipFill>
        <p:spPr bwMode="auto">
          <a:xfrm>
            <a:off x="856830" y="643466"/>
            <a:ext cx="10478340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66681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494854-E3C5-5032-C53A-E10A8D27AE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60" t="32721" r="5336" b="11057"/>
          <a:stretch/>
        </p:blipFill>
        <p:spPr bwMode="auto">
          <a:xfrm>
            <a:off x="925325" y="643466"/>
            <a:ext cx="10341351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36042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1F8E98-B69A-9C13-C729-6EB237C5EA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65" t="33614" r="5364" b="11352"/>
          <a:stretch/>
        </p:blipFill>
        <p:spPr bwMode="auto">
          <a:xfrm>
            <a:off x="816675" y="643466"/>
            <a:ext cx="10558651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34590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BD9818F9-2E6C-4953-06FB-612B9FB89B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808" t="32723" r="5466" b="8066"/>
          <a:stretch/>
        </p:blipFill>
        <p:spPr bwMode="auto">
          <a:xfrm>
            <a:off x="1184504" y="643466"/>
            <a:ext cx="9822993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50153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7542509B9DB74F9A8BEB286C4BB851" ma:contentTypeVersion="14" ma:contentTypeDescription="Create a new document." ma:contentTypeScope="" ma:versionID="f9f899b0b6e38a4ce0b88a2374118b99">
  <xsd:schema xmlns:xsd="http://www.w3.org/2001/XMLSchema" xmlns:xs="http://www.w3.org/2001/XMLSchema" xmlns:p="http://schemas.microsoft.com/office/2006/metadata/properties" xmlns:ns2="b65a459b-77f6-49db-8e03-e73fcb236d04" xmlns:ns3="5c395b20-8b3b-4f7d-b2e5-6c92e20e5fcb" targetNamespace="http://schemas.microsoft.com/office/2006/metadata/properties" ma:root="true" ma:fieldsID="7c6e6565eb25057ea5de2e40c50c8a24" ns2:_="" ns3:_="">
    <xsd:import namespace="b65a459b-77f6-49db-8e03-e73fcb236d04"/>
    <xsd:import namespace="5c395b20-8b3b-4f7d-b2e5-6c92e20e5f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5a459b-77f6-49db-8e03-e73fcb236d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d7fa16a-1f0f-4a58-b2e6-0e1bbf6cfc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395b20-8b3b-4f7d-b2e5-6c92e20e5fc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babe4bb-7f4a-4a30-9790-7e715e59ae07}" ma:internalName="TaxCatchAll" ma:showField="CatchAllData" ma:web="5c395b20-8b3b-4f7d-b2e5-6c92e20e5f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5a459b-77f6-49db-8e03-e73fcb236d04">
      <Terms xmlns="http://schemas.microsoft.com/office/infopath/2007/PartnerControls"/>
    </lcf76f155ced4ddcb4097134ff3c332f>
    <TaxCatchAll xmlns="5c395b20-8b3b-4f7d-b2e5-6c92e20e5fcb" xsi:nil="true"/>
  </documentManagement>
</p:properties>
</file>

<file path=customXml/itemProps1.xml><?xml version="1.0" encoding="utf-8"?>
<ds:datastoreItem xmlns:ds="http://schemas.openxmlformats.org/officeDocument/2006/customXml" ds:itemID="{4609CEF9-C8B5-4B81-9A70-7B3D21529771}"/>
</file>

<file path=customXml/itemProps2.xml><?xml version="1.0" encoding="utf-8"?>
<ds:datastoreItem xmlns:ds="http://schemas.openxmlformats.org/officeDocument/2006/customXml" ds:itemID="{78C99C54-6E28-49FA-9A96-2355DCB88D9B}"/>
</file>

<file path=customXml/itemProps3.xml><?xml version="1.0" encoding="utf-8"?>
<ds:datastoreItem xmlns:ds="http://schemas.openxmlformats.org/officeDocument/2006/customXml" ds:itemID="{5B590D80-9808-4497-83D0-30652144AB58}"/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</Words>
  <Application>Microsoft Office PowerPoint</Application>
  <PresentationFormat>Widescreen</PresentationFormat>
  <Paragraphs>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MongoDB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Larsen and Toubro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MongoDB</dc:title>
  <dc:creator>Krishna Kumari Reddy</dc:creator>
  <cp:lastModifiedBy>Krishna Kumari Reddy</cp:lastModifiedBy>
  <cp:revision>2</cp:revision>
  <dcterms:created xsi:type="dcterms:W3CDTF">2023-02-06T12:38:54Z</dcterms:created>
  <dcterms:modified xsi:type="dcterms:W3CDTF">2023-02-06T12:45:28Z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iteId">
    <vt:lpwstr>264b9899-fe1b-430b-9509-2154878d5774</vt:lpwstr>
  </property>
  <property fmtid="{D5CDD505-2E9C-101B-9397-08002B2CF9AE}" pid="4" name="MSIP_Label_ac52bb50-aef2-4dc8-bb7f-e0da22648362_Owner">
    <vt:lpwstr>krishna.reddy@lntecc.com</vt:lpwstr>
  </property>
  <property fmtid="{D5CDD505-2E9C-101B-9397-08002B2CF9AE}" pid="5" name="MSIP_Label_ac52bb50-aef2-4dc8-bb7f-e0da22648362_SetDate">
    <vt:lpwstr>2023-02-06T12:45:09.1311008Z</vt:lpwstr>
  </property>
  <property fmtid="{D5CDD505-2E9C-101B-9397-08002B2CF9AE}" pid="6" name="MSIP_Label_ac52bb50-aef2-4dc8-bb7f-e0da22648362_Name">
    <vt:lpwstr>LTC Internal Use</vt:lpwstr>
  </property>
  <property fmtid="{D5CDD505-2E9C-101B-9397-08002B2CF9AE}" pid="7" name="MSIP_Label_ac52bb50-aef2-4dc8-bb7f-e0da22648362_Application">
    <vt:lpwstr>Microsoft Azure Information Protection</vt:lpwstr>
  </property>
  <property fmtid="{D5CDD505-2E9C-101B-9397-08002B2CF9AE}" pid="8" name="MSIP_Label_ac52bb50-aef2-4dc8-bb7f-e0da22648362_ActionId">
    <vt:lpwstr>8e1855d5-7d45-44a2-9266-294a62d59c53</vt:lpwstr>
  </property>
  <property fmtid="{D5CDD505-2E9C-101B-9397-08002B2CF9AE}" pid="9" name="MSIP_Label_ac52bb50-aef2-4dc8-bb7f-e0da22648362_Extended_MSFT_Method">
    <vt:lpwstr>Automatic</vt:lpwstr>
  </property>
  <property fmtid="{D5CDD505-2E9C-101B-9397-08002B2CF9AE}" pid="10" name="Sensitivity">
    <vt:lpwstr>LTC Internal Use</vt:lpwstr>
  </property>
  <property fmtid="{D5CDD505-2E9C-101B-9397-08002B2CF9AE}" pid="11" name="ContentTypeId">
    <vt:lpwstr>0x010100F97542509B9DB74F9A8BEB286C4BB851</vt:lpwstr>
  </property>
</Properties>
</file>