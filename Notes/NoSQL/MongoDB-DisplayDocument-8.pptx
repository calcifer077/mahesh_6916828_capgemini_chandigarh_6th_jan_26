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4A7F6-60BF-2A24-A506-6C1A4C26A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62163-10F0-9504-362F-76CD743BE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51AC-DED2-0E2B-0F5B-7EDE6845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DE03F-0436-48EB-C001-9B2D5690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A622-0E46-9E76-29CC-3B34E4C1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DEBA-D20E-7671-0F82-673C6E3B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BE48E-3752-766F-2FDC-5EDF5C29B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C7B24-BFB6-7609-5397-C55B0F05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3723B-54FC-429F-1F60-5685B6F2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0C988-26A2-D9A9-D51A-131E7552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6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AD13-6EEC-440B-BBB7-5C71C53C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69022-212F-C2A0-DA38-1209DD2A1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624E3-3839-3F4E-2293-D0B43DC74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1521C-562D-F0C6-0014-386FCD06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3169A-C58A-11CC-E3BB-4CB94902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4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50CF-0695-2C2C-CDD4-20B80AEE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8EEA-17C4-DC1E-1BC8-87D7C9BF8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C0882-3112-E530-0C4D-E7EA73695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2867F-C5FB-9B42-B1F0-777F6BBC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839A2-6144-1DE5-5432-26EB1CB7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30F13-2DA9-4814-F037-7CF46BBE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E4A3-B011-7025-FC48-5EEC0184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5DB26-33ED-A956-C728-7D0E87817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355EB-CC66-9FDA-049C-80D6C0E85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BCDFA-5CE4-B8F6-392A-8909C4304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70806-72E5-D0FA-2534-235A1D70A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D358B-83D8-38D7-68FC-D93662C4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D73B3-BE65-83BE-3E52-BCC74C9B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319D8F-1636-A2FD-EC0C-5274933DA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2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D4DF-47AD-9CE2-B996-A7B65F8B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065CC-FA43-4FD3-2DAE-AFADA746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1ABCA-5DDE-C212-4B35-8BC24305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D697F-071D-7DD3-1D1C-F430E70D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7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1A469-45BF-BF14-5772-60D74AD1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3AC05-D8A9-0AF1-0567-8E4D987D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34A89-676E-2C27-3C47-81FB12BD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5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A7CA-78EB-B41D-7256-39E7BE10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3AC0C-010F-0FA7-6131-9A4F290B7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D896D-CEF6-517C-7F6C-BC9110D7D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8BB25-698B-5388-427B-2A9B88C4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06ECA-9494-E4BA-1932-ABAB7FC4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7E6BA-D888-D933-D81F-01EF384D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7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1913-C1C8-A2A5-543B-BF61C528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111C6-FFB0-E168-1F6F-8CDFD078D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46C26-1665-BD8D-5000-2FC9509EA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74B07-FBA3-A7FF-5CBD-1F00E69B6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6E785-EB75-F8D6-88A0-1EA286B6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C9972-2A55-F708-619E-84209469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7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1E6F-2B51-9F18-70E9-0AF1ED6F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4E7EB-4927-7B48-2DB4-93944FEC5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BA294-7103-2C89-6F49-4753F67A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146D-1E10-4AC5-F7A5-6D1C3E97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9F25-197E-410C-59CC-45A975D1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7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08B09-CB99-B2CA-772F-961618584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D8BC0-663C-F54F-8935-03A8DB0CB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01715-B9EA-7948-1FBA-20EE0914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DF71-522E-7B0E-034D-5A6C1892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7E2A2-02BB-C880-9C89-D6CFF59A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6C515-C034-BF03-A829-3B73399D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5F07F-3025-330B-D5EF-E28A6B2A8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68B26-F4F2-430D-F10A-93F6DC585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57971-7B1F-4373-9E99-94FFBA9C8693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B78A4-0E2F-133D-4806-E80F2D5D0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A8BF-99F9-F819-8141-2F202B48B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8A75F-C9F9-4FDA-A777-4C32CCB2C5F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28289487,&quot;Placement&quot;:&quot;Footer&quot;}">
            <a:extLst>
              <a:ext uri="{FF2B5EF4-FFF2-40B4-BE49-F238E27FC236}">
                <a16:creationId xmlns:a16="http://schemas.microsoft.com/office/drawing/2014/main" id="{95763C10-2D5A-D397-BA39-D9CB9B2D4C04}"/>
              </a:ext>
            </a:extLst>
          </p:cNvPr>
          <p:cNvSpPr txBox="1"/>
          <p:nvPr userDrawn="1"/>
        </p:nvSpPr>
        <p:spPr>
          <a:xfrm>
            <a:off x="0" y="6629836"/>
            <a:ext cx="1986005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</a:rPr>
              <a:t>Sensitivity: LNT Construction Internal Use</a:t>
            </a:r>
          </a:p>
        </p:txBody>
      </p:sp>
    </p:spTree>
    <p:extLst>
      <p:ext uri="{BB962C8B-B14F-4D97-AF65-F5344CB8AC3E}">
        <p14:creationId xmlns:p14="http://schemas.microsoft.com/office/powerpoint/2010/main" val="137323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19F-AB4F-6252-0A17-E9D352576F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66FB1-700A-2BEB-480B-04E9CCD4D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Display  Collections</a:t>
            </a:r>
          </a:p>
        </p:txBody>
      </p:sp>
    </p:spTree>
    <p:extLst>
      <p:ext uri="{BB962C8B-B14F-4D97-AF65-F5344CB8AC3E}">
        <p14:creationId xmlns:p14="http://schemas.microsoft.com/office/powerpoint/2010/main" val="10702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817C11-E9F6-4255-3FA0-8D3E0D7850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01" t="32721" r="5341" b="12544"/>
          <a:stretch/>
        </p:blipFill>
        <p:spPr bwMode="auto">
          <a:xfrm>
            <a:off x="770918" y="643466"/>
            <a:ext cx="10650165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7892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4BBAE9-2B61-F2B0-010F-DBC5480C8C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4" t="29746" r="5468" b="14618"/>
          <a:stretch/>
        </p:blipFill>
        <p:spPr bwMode="auto">
          <a:xfrm>
            <a:off x="883860" y="643466"/>
            <a:ext cx="10424281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5020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26FB38-19C4-7139-7BCE-F1BED82649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38" t="29448" r="5331" b="14326"/>
          <a:stretch/>
        </p:blipFill>
        <p:spPr bwMode="auto">
          <a:xfrm>
            <a:off x="896894" y="643466"/>
            <a:ext cx="1039821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8860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619D7A-F481-2131-4FF0-1F9A07E55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01" t="29746" r="5312" b="14321"/>
          <a:stretch/>
        </p:blipFill>
        <p:spPr bwMode="auto">
          <a:xfrm>
            <a:off x="882409" y="643466"/>
            <a:ext cx="1042718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103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AF6AC1-A6A7-9612-C756-C854DE13BD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6" t="29448" r="5311" b="14028"/>
          <a:stretch/>
        </p:blipFill>
        <p:spPr bwMode="auto">
          <a:xfrm>
            <a:off x="966180" y="643466"/>
            <a:ext cx="10259641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754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406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542509B9DB74F9A8BEB286C4BB851" ma:contentTypeVersion="14" ma:contentTypeDescription="Create a new document." ma:contentTypeScope="" ma:versionID="f9f899b0b6e38a4ce0b88a2374118b99">
  <xsd:schema xmlns:xsd="http://www.w3.org/2001/XMLSchema" xmlns:xs="http://www.w3.org/2001/XMLSchema" xmlns:p="http://schemas.microsoft.com/office/2006/metadata/properties" xmlns:ns2="b65a459b-77f6-49db-8e03-e73fcb236d04" xmlns:ns3="5c395b20-8b3b-4f7d-b2e5-6c92e20e5fcb" targetNamespace="http://schemas.microsoft.com/office/2006/metadata/properties" ma:root="true" ma:fieldsID="7c6e6565eb25057ea5de2e40c50c8a24" ns2:_="" ns3:_="">
    <xsd:import namespace="b65a459b-77f6-49db-8e03-e73fcb236d04"/>
    <xsd:import namespace="5c395b20-8b3b-4f7d-b2e5-6c92e20e5f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5a459b-77f6-49db-8e03-e73fcb236d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d7fa16a-1f0f-4a58-b2e6-0e1bbf6cfc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395b20-8b3b-4f7d-b2e5-6c92e20e5fc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babe4bb-7f4a-4a30-9790-7e715e59ae07}" ma:internalName="TaxCatchAll" ma:showField="CatchAllData" ma:web="5c395b20-8b3b-4f7d-b2e5-6c92e20e5f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5a459b-77f6-49db-8e03-e73fcb236d04">
      <Terms xmlns="http://schemas.microsoft.com/office/infopath/2007/PartnerControls"/>
    </lcf76f155ced4ddcb4097134ff3c332f>
    <TaxCatchAll xmlns="5c395b20-8b3b-4f7d-b2e5-6c92e20e5fcb" xsi:nil="true"/>
  </documentManagement>
</p:properties>
</file>

<file path=customXml/itemProps1.xml><?xml version="1.0" encoding="utf-8"?>
<ds:datastoreItem xmlns:ds="http://schemas.openxmlformats.org/officeDocument/2006/customXml" ds:itemID="{1BE4CD1D-3311-4F83-9CF1-4FD79CE72D03}"/>
</file>

<file path=customXml/itemProps2.xml><?xml version="1.0" encoding="utf-8"?>
<ds:datastoreItem xmlns:ds="http://schemas.openxmlformats.org/officeDocument/2006/customXml" ds:itemID="{3C657EB3-09D4-4931-8E13-C826556221A5}"/>
</file>

<file path=customXml/itemProps3.xml><?xml version="1.0" encoding="utf-8"?>
<ds:datastoreItem xmlns:ds="http://schemas.openxmlformats.org/officeDocument/2006/customXml" ds:itemID="{DF56C4FD-74D0-4C81-AEC5-B924AC90380B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MongoDB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Larsen and Toubro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creator>Krishna Kumari Reddy</dc:creator>
  <cp:lastModifiedBy>Krishna Kumari Reddy</cp:lastModifiedBy>
  <cp:revision>1</cp:revision>
  <dcterms:created xsi:type="dcterms:W3CDTF">2023-02-06T14:03:23Z</dcterms:created>
  <dcterms:modified xsi:type="dcterms:W3CDTF">2023-02-06T14:06:53Z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iteId">
    <vt:lpwstr>264b9899-fe1b-430b-9509-2154878d5774</vt:lpwstr>
  </property>
  <property fmtid="{D5CDD505-2E9C-101B-9397-08002B2CF9AE}" pid="4" name="MSIP_Label_ac52bb50-aef2-4dc8-bb7f-e0da22648362_Owner">
    <vt:lpwstr>krishna.reddy@lntecc.com</vt:lpwstr>
  </property>
  <property fmtid="{D5CDD505-2E9C-101B-9397-08002B2CF9AE}" pid="5" name="MSIP_Label_ac52bb50-aef2-4dc8-bb7f-e0da22648362_SetDate">
    <vt:lpwstr>2023-02-06T14:06:52.9505895Z</vt:lpwstr>
  </property>
  <property fmtid="{D5CDD505-2E9C-101B-9397-08002B2CF9AE}" pid="6" name="MSIP_Label_ac52bb50-aef2-4dc8-bb7f-e0da22648362_Name">
    <vt:lpwstr>LTC Internal Use</vt:lpwstr>
  </property>
  <property fmtid="{D5CDD505-2E9C-101B-9397-08002B2CF9AE}" pid="7" name="MSIP_Label_ac52bb50-aef2-4dc8-bb7f-e0da22648362_Application">
    <vt:lpwstr>Microsoft Azure Information Protection</vt:lpwstr>
  </property>
  <property fmtid="{D5CDD505-2E9C-101B-9397-08002B2CF9AE}" pid="8" name="MSIP_Label_ac52bb50-aef2-4dc8-bb7f-e0da22648362_ActionId">
    <vt:lpwstr>26f3ccb4-82bc-4c83-b984-59cdf5f7e374</vt:lpwstr>
  </property>
  <property fmtid="{D5CDD505-2E9C-101B-9397-08002B2CF9AE}" pid="9" name="MSIP_Label_ac52bb50-aef2-4dc8-bb7f-e0da22648362_Extended_MSFT_Method">
    <vt:lpwstr>Automatic</vt:lpwstr>
  </property>
  <property fmtid="{D5CDD505-2E9C-101B-9397-08002B2CF9AE}" pid="10" name="Sensitivity">
    <vt:lpwstr>LTC Internal Use</vt:lpwstr>
  </property>
  <property fmtid="{D5CDD505-2E9C-101B-9397-08002B2CF9AE}" pid="11" name="ContentTypeId">
    <vt:lpwstr>0x010100F97542509B9DB74F9A8BEB286C4BB851</vt:lpwstr>
  </property>
</Properties>
</file>