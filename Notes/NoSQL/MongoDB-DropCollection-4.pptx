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E30C0-309A-4D6D-80F6-2E03E05670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642EF-82A2-1698-71F3-6E6F3EE5EA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C78BE-FD64-C8FD-E553-B3DA8B275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08EE6-36E3-BDD8-3391-4117594B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21C60-1F46-BA66-EF5E-0A41101B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86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9CCCE-7CB4-53E4-7933-16ADB00BF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94632-12E0-58B6-2AFB-B551E4D3D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4EF3B-6CCA-5C18-72A0-75C7B343F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7EDDC-9E04-73E1-4E23-CF8706276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0DC1B-CC8F-9EF8-C70D-DD3384F0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64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1A6F-2685-B414-8423-BDAE390B4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3A7C6-C495-7192-5666-99BEC5ABE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CC550-C39B-BF7F-71D9-A355A96FC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A8F38-4AB5-FC95-01DA-3D2BBA699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534AA-CFCC-9AE2-1357-B542C68D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80284-F3DE-FE4F-4345-9AE52A22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A6740-5FEB-8C63-5AAB-60855D78A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91D58-D03D-B5D6-A20C-7CFEC1713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27B4D-0ADB-B9F2-9B2A-88BD391A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DB77D-7DEE-E1A5-81D6-C0F3C4C6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A7C36-79C8-0220-6158-86415078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78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9DE0B-D95C-8492-556F-14C4DDA51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12E16-A3DE-0B2A-D047-982EF1BE2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8D6F92-E57B-9FFB-9AAA-68ED4689D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06C46-60FF-B6F2-90D0-D4A3014DC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409A9-D4B7-A341-48D2-5BCA50468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E3BB8-64F0-0E5A-6225-4A97C013D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8F2A5E-615F-955A-F253-D3E0DBE0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7E8733-2DD0-6487-7008-C91063C6F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44E5-D430-D99B-C4C0-2D7A7CA7B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19D16B-6B61-972C-A995-A6324B7B6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BC1E6-9D0B-7E10-C7BC-E708A87DC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61C81-F51E-517C-700E-08F59AF79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371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367102-99E6-AB4E-3417-9DBC2E363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9E5D8F-8E18-5E7C-9312-2CE34794C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B3574-7EE5-932B-421D-050EA91A1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67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F204-7AC7-071B-E56A-A7451A65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50406-C43F-985F-1DAE-3AC39A325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E3755B-1E5A-E453-B322-EE2893CF8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69A0D-0DB9-AF4D-E2A5-B8560D405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8A45A-487B-A9D0-C161-4BBC9310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535727-869D-436D-A1CE-BC06F690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761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6FBC-090C-502F-33BA-D238934FB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5A033-BA3E-22BD-DE96-EA0CE4E3E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D72C4-7311-5610-4BD4-B7A4BA0E5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3113B-89DA-152E-268A-D8AE5B58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BEA18-396F-D615-1A41-4E28CE1B1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0EEB5-8C14-8A2C-7F58-6C47D5370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5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B1B5-1FA0-AC34-C3D8-FB1E97615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D72DA-D74B-49F8-F4BD-F8D224F79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C9B87-B8EC-2498-C42F-11EDF62AF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BC26C-DA3F-09C9-56DE-AEB1301F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C725A-88FA-BD26-D9EC-E048A33E2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3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07A640-EEE6-2E68-705D-4410C8D26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7C015-EF5A-FED4-76A4-7DA02DDFA3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63352-DC6B-333F-CDB9-C18B8045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64EF3-6909-173C-480B-BD41E206F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7CD9E-3ADB-519C-53C3-203A6265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784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DBB0FA-235D-867B-7D04-3C49A110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D1377-C630-8695-72A6-80257CE92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43A1E-86E6-BA73-0D7C-5AE2BBFCF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6BA1D-8FDD-4A2B-8DA3-67C9C6746D88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A82D9-A30C-7207-7AD9-7FE180BF5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0873A-FCF4-BD14-5D65-2E9A2158E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33884-2349-4A73-B3B3-0F3416F55C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MSIPCMContentMarking" descr="{&quot;HashCode&quot;:-128289487,&quot;Placement&quot;:&quot;Footer&quot;}">
            <a:extLst>
              <a:ext uri="{FF2B5EF4-FFF2-40B4-BE49-F238E27FC236}">
                <a16:creationId xmlns:a16="http://schemas.microsoft.com/office/drawing/2014/main" id="{0D9AF6E4-04E0-7AEA-A352-7EE44870C5A2}"/>
              </a:ext>
            </a:extLst>
          </p:cNvPr>
          <p:cNvSpPr txBox="1"/>
          <p:nvPr userDrawn="1"/>
        </p:nvSpPr>
        <p:spPr>
          <a:xfrm>
            <a:off x="0" y="6629836"/>
            <a:ext cx="1986005" cy="22816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</a:rPr>
              <a:t>Sensitivity: LNT Construction Internal Use</a:t>
            </a:r>
          </a:p>
        </p:txBody>
      </p:sp>
    </p:spTree>
    <p:extLst>
      <p:ext uri="{BB962C8B-B14F-4D97-AF65-F5344CB8AC3E}">
        <p14:creationId xmlns:p14="http://schemas.microsoft.com/office/powerpoint/2010/main" val="2768547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0411-A8AF-4E4C-D084-43167F77AD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EFBE0-C123-DBCC-3905-F5DEDD223F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Drop Collection and Database</a:t>
            </a:r>
          </a:p>
        </p:txBody>
      </p:sp>
    </p:spTree>
    <p:extLst>
      <p:ext uri="{BB962C8B-B14F-4D97-AF65-F5344CB8AC3E}">
        <p14:creationId xmlns:p14="http://schemas.microsoft.com/office/powerpoint/2010/main" val="143702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652D572-9A74-4444-F591-FF7473B792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87" t="33024" r="5351" b="11628"/>
          <a:stretch/>
        </p:blipFill>
        <p:spPr bwMode="auto">
          <a:xfrm>
            <a:off x="829537" y="643466"/>
            <a:ext cx="10532926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62381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7F1A24-C019-5FF9-A8ED-E371EF493F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39" t="33315" r="5473" b="10748"/>
          <a:stretch/>
        </p:blipFill>
        <p:spPr bwMode="auto">
          <a:xfrm>
            <a:off x="926956" y="643466"/>
            <a:ext cx="10338089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45711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D957648D-A6E0-2C4B-66E0-0207D3A8FE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38" t="33018" r="5648" b="11943"/>
          <a:stretch/>
        </p:blipFill>
        <p:spPr bwMode="auto">
          <a:xfrm>
            <a:off x="858274" y="643466"/>
            <a:ext cx="10475453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22139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B151EA-4842-89D2-D5CE-E17CBC984F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35" t="33315" r="6319" b="11343"/>
          <a:stretch/>
        </p:blipFill>
        <p:spPr bwMode="auto">
          <a:xfrm>
            <a:off x="946725" y="643466"/>
            <a:ext cx="10298551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88020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1CAA5C1-85E9-F85A-F056-6940EE186B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64" t="33020" r="5322" b="11358"/>
          <a:stretch/>
        </p:blipFill>
        <p:spPr bwMode="auto">
          <a:xfrm>
            <a:off x="868656" y="643466"/>
            <a:ext cx="10454689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6113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56BAD2-8C6A-1A14-5484-805BE5C026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65" t="32721" r="5491" b="11354"/>
          <a:stretch/>
        </p:blipFill>
        <p:spPr bwMode="auto">
          <a:xfrm>
            <a:off x="912033" y="643466"/>
            <a:ext cx="10367935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50961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94C382-6759-FF82-F2C5-72341AECE9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974" t="33018" r="6140" b="11348"/>
          <a:stretch/>
        </p:blipFill>
        <p:spPr bwMode="auto">
          <a:xfrm>
            <a:off x="943488" y="643466"/>
            <a:ext cx="10305025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59290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840CD84-0B8C-56D6-22E4-AF849CF670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33" t="33614" r="5321" b="11352"/>
          <a:stretch/>
        </p:blipFill>
        <p:spPr bwMode="auto">
          <a:xfrm>
            <a:off x="827924" y="643466"/>
            <a:ext cx="10536152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272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B5671D-8E77-1C9B-4F4A-F74E0C1944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807" t="33018" r="5639" b="11348"/>
          <a:stretch/>
        </p:blipFill>
        <p:spPr bwMode="auto">
          <a:xfrm>
            <a:off x="884029" y="643466"/>
            <a:ext cx="10423942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7221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49D990E-8228-4686-7C99-3A004404C0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34" t="33018" r="5659" b="11646"/>
          <a:stretch/>
        </p:blipFill>
        <p:spPr bwMode="auto">
          <a:xfrm>
            <a:off x="887013" y="643466"/>
            <a:ext cx="10417975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1809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A1BFC165-900A-D285-9856-3C724D5A7D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98" t="32721" r="5491" b="11354"/>
          <a:stretch/>
        </p:blipFill>
        <p:spPr bwMode="auto">
          <a:xfrm>
            <a:off x="897247" y="643466"/>
            <a:ext cx="10397507" cy="5571067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2110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7542509B9DB74F9A8BEB286C4BB851" ma:contentTypeVersion="14" ma:contentTypeDescription="Create a new document." ma:contentTypeScope="" ma:versionID="f9f899b0b6e38a4ce0b88a2374118b99">
  <xsd:schema xmlns:xsd="http://www.w3.org/2001/XMLSchema" xmlns:xs="http://www.w3.org/2001/XMLSchema" xmlns:p="http://schemas.microsoft.com/office/2006/metadata/properties" xmlns:ns2="b65a459b-77f6-49db-8e03-e73fcb236d04" xmlns:ns3="5c395b20-8b3b-4f7d-b2e5-6c92e20e5fcb" targetNamespace="http://schemas.microsoft.com/office/2006/metadata/properties" ma:root="true" ma:fieldsID="7c6e6565eb25057ea5de2e40c50c8a24" ns2:_="" ns3:_="">
    <xsd:import namespace="b65a459b-77f6-49db-8e03-e73fcb236d04"/>
    <xsd:import namespace="5c395b20-8b3b-4f7d-b2e5-6c92e20e5f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5a459b-77f6-49db-8e03-e73fcb236d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d7fa16a-1f0f-4a58-b2e6-0e1bbf6cfc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395b20-8b3b-4f7d-b2e5-6c92e20e5fc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1babe4bb-7f4a-4a30-9790-7e715e59ae07}" ma:internalName="TaxCatchAll" ma:showField="CatchAllData" ma:web="5c395b20-8b3b-4f7d-b2e5-6c92e20e5f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65a459b-77f6-49db-8e03-e73fcb236d04">
      <Terms xmlns="http://schemas.microsoft.com/office/infopath/2007/PartnerControls"/>
    </lcf76f155ced4ddcb4097134ff3c332f>
    <TaxCatchAll xmlns="5c395b20-8b3b-4f7d-b2e5-6c92e20e5fcb" xsi:nil="true"/>
  </documentManagement>
</p:properties>
</file>

<file path=customXml/itemProps1.xml><?xml version="1.0" encoding="utf-8"?>
<ds:datastoreItem xmlns:ds="http://schemas.openxmlformats.org/officeDocument/2006/customXml" ds:itemID="{4A8E4B1B-1465-4C6C-A404-04BCB96C2D9D}"/>
</file>

<file path=customXml/itemProps2.xml><?xml version="1.0" encoding="utf-8"?>
<ds:datastoreItem xmlns:ds="http://schemas.openxmlformats.org/officeDocument/2006/customXml" ds:itemID="{44C25F6F-4BA9-4BA8-8124-601B145FA913}"/>
</file>

<file path=customXml/itemProps3.xml><?xml version="1.0" encoding="utf-8"?>
<ds:datastoreItem xmlns:ds="http://schemas.openxmlformats.org/officeDocument/2006/customXml" ds:itemID="{B14553D9-3C2B-444E-8CB3-FC32B1DB7322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</Words>
  <Application>Microsoft Office PowerPoint</Application>
  <PresentationFormat>Widescreen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MongoDB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Larsen and Toubro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</dc:title>
  <dc:creator>Krishna Kumari Reddy</dc:creator>
  <cp:lastModifiedBy>Krishna Kumari Reddy</cp:lastModifiedBy>
  <cp:revision>2</cp:revision>
  <dcterms:created xsi:type="dcterms:W3CDTF">2023-02-06T06:46:50Z</dcterms:created>
  <dcterms:modified xsi:type="dcterms:W3CDTF">2023-02-06T06:53:27Z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iteId">
    <vt:lpwstr>264b9899-fe1b-430b-9509-2154878d5774</vt:lpwstr>
  </property>
  <property fmtid="{D5CDD505-2E9C-101B-9397-08002B2CF9AE}" pid="4" name="MSIP_Label_ac52bb50-aef2-4dc8-bb7f-e0da22648362_Owner">
    <vt:lpwstr>krishna.reddy@lntecc.com</vt:lpwstr>
  </property>
  <property fmtid="{D5CDD505-2E9C-101B-9397-08002B2CF9AE}" pid="5" name="MSIP_Label_ac52bb50-aef2-4dc8-bb7f-e0da22648362_SetDate">
    <vt:lpwstr>2023-02-06T06:53:17.2800478Z</vt:lpwstr>
  </property>
  <property fmtid="{D5CDD505-2E9C-101B-9397-08002B2CF9AE}" pid="6" name="MSIP_Label_ac52bb50-aef2-4dc8-bb7f-e0da22648362_Name">
    <vt:lpwstr>LTC Internal Use</vt:lpwstr>
  </property>
  <property fmtid="{D5CDD505-2E9C-101B-9397-08002B2CF9AE}" pid="7" name="MSIP_Label_ac52bb50-aef2-4dc8-bb7f-e0da22648362_Application">
    <vt:lpwstr>Microsoft Azure Information Protection</vt:lpwstr>
  </property>
  <property fmtid="{D5CDD505-2E9C-101B-9397-08002B2CF9AE}" pid="8" name="MSIP_Label_ac52bb50-aef2-4dc8-bb7f-e0da22648362_ActionId">
    <vt:lpwstr>c7cb721f-1ceb-4ba8-9476-d907da897eaf</vt:lpwstr>
  </property>
  <property fmtid="{D5CDD505-2E9C-101B-9397-08002B2CF9AE}" pid="9" name="MSIP_Label_ac52bb50-aef2-4dc8-bb7f-e0da22648362_Extended_MSFT_Method">
    <vt:lpwstr>Automatic</vt:lpwstr>
  </property>
  <property fmtid="{D5CDD505-2E9C-101B-9397-08002B2CF9AE}" pid="10" name="Sensitivity">
    <vt:lpwstr>LTC Internal Use</vt:lpwstr>
  </property>
  <property fmtid="{D5CDD505-2E9C-101B-9397-08002B2CF9AE}" pid="11" name="ContentTypeId">
    <vt:lpwstr>0x010100F97542509B9DB74F9A8BEB286C4BB851</vt:lpwstr>
  </property>
</Properties>
</file>